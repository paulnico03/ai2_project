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Assignment D3-V1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Warehouse Robotics:</a:t>
            </a:r>
          </a:p>
          <a:p>
            <a:r>
              <a:t>Single Robot Pick-and-Deliver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Paolo Nicolini (s5698969)</a:t>
            </a:r>
          </a:p>
          <a:p>
            <a:r>
              <a:t>AI for Robotics II — 104731</a:t>
            </a:r>
          </a:p>
          <a:p>
            <a:r>
              <a:t>Università degli Studi di Genova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Problem &amp; Domain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Scenario: A mobile robot navigates a warehouse graph of locations (dock, storage aisles, shipping bay)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Critical Constraint: The robot can carry only ONE package at a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Goal: Deliver all packages from storage to shipping dock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Challenge: This capacity constraint forces sequential, back-and-forth planning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🗣️ Keep it intuitive: Draw the warehouse graph mentally. Emphasize the bottleneck of single-capacity.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Classical PDDL: Discrete Domain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Key Predicates: (hand-empty), (holding), (at-robot), (at-package)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Actions: move, pick, drop — each is explicit and separate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Capacity Enforcement: (pick) requires (hand-empty). This forces sequential execution.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Result: A 3-package problem produces a 12-step back-and-forth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🗣️ Walk through the pick action: show how (hand-empty) blocks multiple pickups. This is the design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PDDL+ Extension: Hybrid Discrete-Continuous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Continuous Processes: robot-transit (distance counts down) and package-aging (deadline counts down)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Numeric Fluents: (distance-left ?r), (time-remaining ?p) — these evolve continuously over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Automatic Events: deadline-breach fires when time hits zero, marking the package as 'missed-deadline'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Critical Fix: Event precondition (not (missed-deadline ?p)) prevents infinite firing — ensures it fires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🗣️ Emphasize the event design. The third precondition stops infinite loops — this is the key insight.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Live Demo: ENHSP Planner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  <a:latin typeface="Courier New"/>
              </a:defRPr>
            </a:pPr>
            <a:r>
              <a:t>Classical Problem 2 (3-package delivery):</a:t>
            </a:r>
          </a:p>
          <a:p>
            <a:r>
              <a:t>0.0:  (move robby dock aisle-A)</a:t>
            </a:r>
          </a:p>
          <a:p>
            <a:r>
              <a:t>1.0:  (pick robby pkg1 aisle-A)</a:t>
            </a:r>
          </a:p>
          <a:p>
            <a:r>
              <a:t>2.0:  (move robby aisle-A shipping)</a:t>
            </a:r>
          </a:p>
          <a:p>
            <a:r>
              <a:t>3.0:  (drop robby pkg1 shipping)</a:t>
            </a:r>
          </a:p>
          <a:p>
            <a:r>
              <a:t>4.0:  (move robby shipping aisle-B)</a:t>
            </a:r>
          </a:p>
          <a:p>
            <a:r>
              <a:t>...</a:t>
            </a:r>
          </a:p>
          <a:p>
            <a:r>
              <a:t>11.0: (drop robby pkg2 shipping)</a:t>
            </a:r>
          </a:p>
          <a:p/>
          <a:p>
            <a:r>
              <a:t>Result: 12 steps total. Back-and-forth pattern visible.</a:t>
            </a:r>
          </a:p>
          <a:p/>
          <a:p>
            <a:r>
              <a:t>PDDL+ Problem 2 (same scenario, with time):</a:t>
            </a:r>
          </a:p>
          <a:p>
            <a:r>
              <a:t>0:    (start-move robby dock aisle-A)</a:t>
            </a:r>
          </a:p>
          <a:p>
            <a:r>
              <a:t>0:    -----waiting---- [2.0]</a:t>
            </a:r>
          </a:p>
          <a:p>
            <a:r>
              <a:t>2.0:  (end-move robby dock aisle-A)</a:t>
            </a:r>
          </a:p>
          <a:p>
            <a:r>
              <a:t>2.0:  (pick robby pkg2 aisle-A)</a:t>
            </a:r>
          </a:p>
          <a:p>
            <a:r>
              <a:t>...</a:t>
            </a:r>
          </a:p>
          <a:p>
            <a:r>
              <a:t>14.0: (deliver-package robby pkg1 shipping)</a:t>
            </a:r>
          </a:p>
          <a:p/>
          <a:p>
            <a:r>
              <a:t>Result: All packages delivered. Makespan = 14 time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778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🗣️ Open VS Code. Show the terminal output. Walk through the plan step-by-step. Highlight the waiting blocks in PDDL+ (showing continuous time).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Reflection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Main Challenge: Exponential state-space growth when adding packages in continuous time (1700× nodes for 3 packages)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Heuristic Pitfall: Delete-relaxation heuristics miss deadline constraints. Solution: explicitly embed failure in goal.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Model Limitation: Single-capacity severely limits throughput. Future: multi-gripper models needed for realism.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Key Insight: PDDL+ cleanly models time-dependent constraints; careful numerical tuning is essential for scalability.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🗣️ Summarize what you learned. Mention what you'd do differently. Be honest about limitations. Thank you &amp;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